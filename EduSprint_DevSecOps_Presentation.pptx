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CIAP MICROPROJECT | DEVSECOPS LAB (CSCOR1PC302)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</a:defRPr>
            </a:pPr>
            <a:r>
              <a:t>EduSprint: DevSecOps Implementation &amp; Cloud Automation</a:t>
            </a:r>
          </a:p>
          <a:p>
            <a:pPr>
              <a:spcBef>
                <a:spcPts val="1000"/>
              </a:spcBef>
              <a:defRPr sz="1800">
                <a:solidFill>
                  <a:srgbClr val="94A3B8"/>
                </a:solidFill>
              </a:defRPr>
            </a:pPr>
            <a:r>
              <a:t>Agile Project Planning, Automated 5x5 Risk Matrix, Multi-Stage Docker, Jenkins CI/CD &amp; AWS Terraform</a:t>
            </a:r>
          </a:p>
          <a:p>
            <a:pPr>
              <a:spcBef>
                <a:spcPts val="800"/>
              </a:spcBef>
              <a:defRPr sz="1300" i="1">
                <a:solidFill>
                  <a:srgbClr val="4ADE80"/>
                </a:solidFill>
              </a:defRPr>
            </a:pPr>
            <a:r>
              <a:t>Aligned with UN Sustainable Development Goal 9: Industry, Innovation, and Infrastructure</a:t>
            </a:r>
          </a:p>
          <a:p>
            <a:br/>
            <a:pPr>
              <a:spcBef>
                <a:spcPts val="2400"/>
              </a:spcBef>
              <a:defRPr sz="1300">
                <a:solidFill>
                  <a:srgbClr val="CBD5E1"/>
                </a:solidFill>
              </a:defRPr>
            </a:pPr>
            <a:r>
              <a:t>Student: Sujal Shah | Department of Cyber Security</a:t>
            </a:r>
            <a:br/>
            <a:r>
              <a:t>Shah &amp; Anchor Kutchhi Engineering College (SAKEC), Chembur, Mumbai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SAKEC DEVSECOPS LAB | CIAP MICROPROJECT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Definition and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The Problem in E-Learning Projects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Configuration Drift: Environmental discrepancies between local development and production servers.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Siloed Risk Management: Sprint tasks and technical/operational risks are tracked in disjointed tools.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Delayed Security Audits: Vulnerabilities discovered late in deployment cycles lead to schedule slippages.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Manual Cloud Fragility: Lack of codified, reproducible infrastructure leading to human misconfigurations.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Project Objectives &amp; Scope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Continuous Delivery: End-to-end automation from Git commit to live AWS EC2 container deployment.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Shift-Left Security: Enforcing SAST (SonarQube) and image vulnerability gates (Trivy) in CI/CD.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Infrastructure as Code (IaC): Terraform automation for VPC, Subnet, Route Tables, and EC2.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Core Platform Engine: Full Agile Kanban board, dynamic 5x5 Risk Matrix, and Sprint Velocity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SAKEC DEVSECOPS LAB | CIAP MICROPROJECT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Design &amp; DevSecOps CI/CD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1. Development &amp; SAST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Git Commit to main branch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Webhook triggers Jenkins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SonarQube SAST Execution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Scans for bugs &amp; code smells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Quality Gate Enforcement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2. Build &amp; Container Gate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Docker Multi-Stage Build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Compiles React &amp; TypeScript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Aquasec Trivy Image Scan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Evaluates OS &amp; npm CVEs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Fails on CRITICAL vulnerabilities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3. IaC &amp; Production Run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Terraform Provisions AWS VPC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Security Group filters ports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EC2 instance bootstrap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Live container replaces old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Health check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SAKEC DEVSECOPS LAB | CIAP MICROPROJECT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Website Implementation &amp; Features (EduSprint)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Agile Project Planning Features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Project Management: Full CRUD operations with timeline &amp; manager assignments.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Sprint Workflow: Planned, Active, and Completed sprint lifecycle management.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Interactive Kanban Board: TO DO, IN PROGRESS, TESTING, DONE task movement.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Task Attributes: Story points, assignees, deadlines, and priorities.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Automated Risk Monitoring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5x5 Risk Matrix: Probability [1-5] × Impact [1-5] automatic score computation.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Dynamic Classification: LOW (1-4), MEDIUM (5-9), HIGH (10-15), CRITICAL (16-25).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Gantt Project Timeline: Visual task schedules, start dates, and overdue alerts.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Sprint Velocity Analytics: Real-time story point completion charts from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SAKEC DEVSECOPS LAB | CIAP MICROPROJECT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Containerization with Docker: Multi-Stage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Stage 1: Frontend Builder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Base: node:20-alpine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Installs clean dependencies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Runs Vite production build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Generates optimized HTML/JS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Discards build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Stage 2: Backend Builder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Base: node:20-alpine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Compiles TypeScript to JS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Prunes development packages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C++ bindings for native SQLite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Strict output segregation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Stage 3: Production Runner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Minimal Alpine runtime (~148 MB)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Runs as non-root: USER node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Persistent SQLite data volume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Automated HTTP Healthcheck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Exposes standard Port 5000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SAKEC DEVSECOPS LAB | CIAP MICROPROJECT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Automated Jenkins Declarative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Pipeline Stages Implemented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Stage 1: Checkout SCM from GitHub main branch.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Stage 2: SonarQube static code analysis via containerized CLI.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Stage 3: Docker multi-stage build creates edusprint:v1.1.0.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Stage 4: Trivy vulnerability scan against container &amp; dependencies.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Stage 5: Live container deployment &amp; curl healthcheck probe.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Security Gates &amp; Automation Benefits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Zero-Downtime Deployment: Old container stopped only when new build passes.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Quality Gate Failures: Pipeline immediately stops on critical CVEs.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HTML Report Generation: Published in Jenkins build summary artifacts.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Zero Manual Intervention: Push to GitHub triggers entire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SAKEC DEVSECOPS LAB | CIAP MICROPROJECT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AWS Infrastructure as Code (IaC) with Terraform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Provisioned Cloud Resources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Custom VPC: 10.0.0.0/16 with DNS support &amp; hostnames enabled.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Public Subnet: 10.0.1.0/24 in ap-south-1a (Mumbai region).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Internet Gateway: Attached to VPC for bidirectional routing.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EC2 Compute: Ubuntu 22.04 LTS (t3.medium) with 25 GB GP3 volume.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Hardened Security Group (Ports)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Port 22: SSH remote administration (restricted by CIDR).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Port 80 &amp; 443: Web traffic &amp; Cloudflare SSL proxy.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Port 5000: Live EduSprint E-Learning Platform container.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Port 8080: Jenkins CI/CD Automation Server.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Port 9000: SonarQube SAST Security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SAKEC DEVSECOPS LAB | CIAP MICROPROJECT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Security Scan Results &amp; Vulnerability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SonarQube SAST Metrics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Vulnerabilities: 0 (Grade A - PASSED)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Security Hotspots: 2 (Reviewed &amp; Cleared - CORS / Headers)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Bugs: 0 (Grade A - PASSED)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Code Smells: 4 (Minor refactorings resolved)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Overall Quality Gate: PASSED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Aquasec Trivy Container Audit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CRITICAL CVEs: 0 (Passes Automated Pipeline Gate)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HIGH CVEs: 0 in OS packages; 1 in dev build dependency (isolated)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MEDIUM CVEs: 2 in non-runtime build utilities (pruned)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Image Base: Alpine Linux eliminates 85%+ vulnerabilities.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Remediation: Automated prune and non-root USER execution.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SAKEC DEVSECOPS LAB | CIAP MICROPROJECT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Analysis, Reflection &amp; SDG 9 Alignment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UN SDG 9 Alignment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Target 9.1: Engineered reliable, resilient cloud infrastructure.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Target 9.4: Modernized application stack with secure containerization.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Sustainability: Eliminated compute waste through lean Alpine images.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Reliability: Automatic recovery via Docker restart policies &amp; probes.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Key Student Learnings &amp; Reflection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Shift-Left Reality: Experienced how early security gates prevent downtime.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IaC Efficiency: Provisioning and destroying cloud stacks in single commands.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Native Compilation: Overcame SQLite native C++ builds in Alpine Linux.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Holistic Perspective: Connected software development with cloud security.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SAKEC DEVSECOPS LAB | CIAP MICROPROJECT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 &amp; Evidence of Completion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Project Summary &amp; Milestones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Successfully achieved all CIAP DevSecOps requirements.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Seamless bridge from SEP Agile planning to production cloud.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Full Infrastructure as Code with HashiCorp Terraform on AWS.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Zero-tolerance security enforcement via Jenkins, SonarQube &amp; Trivy.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Submission Artifacts &amp; Links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GitHub Repo: github.com/sujalshah/edusprint-agile-risk-monitoring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Report: EduSprint_DevSecOps_Microproject_Report.docx (13 Sections)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Presentation: EduSprint_DevSecOps_Presentation.pptx (10 Slides)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LinkedIn Demonstration Video Link: Documented in Section 13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Faculty / College: Shah &amp; Anchor Kutchhi Engineering College (SAKEC)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